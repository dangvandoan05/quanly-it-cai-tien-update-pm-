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DBE1-89D9-4A68-A0D2-B4784AC83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3FAC2-5B03-409C-9389-1191453F1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15DC-FF2C-4D13-BABD-5B0322BB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8702-4486-4F1C-977B-F6AFD102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9151-68CF-4308-8379-8B93EB03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82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4098-23E2-43B4-A326-BC734F6C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CBAE-12A7-49EA-92E3-0787C916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6F4E7-5F00-4883-A519-C5F5B5DF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A1E7-1C21-4849-AA8A-EE1B4802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AA5E0-647F-4D2A-A41C-6E43882E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71F9-E6BD-479B-8E3D-929D5C49D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D9DBC-9FF6-4609-99DF-240914121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E24EA-FB72-443B-8E42-C2624EBA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F6503-4D8B-4E7A-B0BE-F346681A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2F1A2-3A85-462F-9BBE-31147F47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7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99AC-862B-497C-9F97-30B30D60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4DF11-7265-4E67-ABC2-E6E59A26A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F857F-4C9C-416E-AD47-7154C7C06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BE6E5-3467-4C08-A632-007E0E31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1ACD3-C6A9-4B75-A470-377AAA0F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A2544-E39C-4DD0-880B-C81A60DB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6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5CE78-ACAC-4AA6-B590-FA9EBE139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69CDD-2A3E-4CC9-A154-22B077479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589C6-FE96-4C5B-A618-5A88DEE9B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20997-F9B2-4F56-92A2-96BF735CB8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82733-CFD1-4E4A-9461-5CAAEB05D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34469-06E7-4E19-B91B-F2FFA7BE2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32181-5046-4DD5-A549-EAFAB7D9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2807-11A1-4E09-9FBC-637AA208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1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DDA6-C349-4FCD-A8D3-63777604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BD22F-DBC1-44CE-880E-80988F31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FEA12-D2F0-4713-B8FA-265CECD6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973A7-9DBE-4A70-A65A-230A4557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4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03A2FA-2726-43E8-8E31-53C54BB4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1EA5FC-F89C-46AB-A8EE-9A400A67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533A6-F12B-4FA4-85C4-81216098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4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2A93-72B3-4984-8F06-7DB072404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1C51-0262-4817-A600-B41007F31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4C4FB-80D3-4B2B-A001-3B15D4D54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7A58C-1E5E-40DC-8621-876164D2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6044E-026F-4A7F-983A-3BBCFD45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F6D57-BA05-4434-9600-61280322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3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156D-0BFE-4528-A0E8-DFB5F87B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1CE42-31A5-443B-9F1C-D0B1CDBFE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1B448-D408-4D89-BCC5-BC6F9FFEE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3801D-D5BD-4B8F-8487-47189CC6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BA809-AC66-43A7-B174-0E97988E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82E10-DA61-4DB8-9E01-B952274B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74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9E28-11A6-4908-8BCF-DFA9BD64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BE740-133C-442A-8206-6DA1A2EB5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07105-4381-41AD-8368-110F889C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9E38-D487-4EC5-9638-5C9232D2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09EA-9E13-4424-B43E-C45AF320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3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F544B-1147-4886-843B-3960BFC4F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0EE85-9596-465A-ACF3-4CCE6E5B2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CCD37-8EAC-4426-80D4-EC728B75E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69B30-D429-4FD4-9AA8-DEBE4D5E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2337-6A47-4F95-B29E-9C73742D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03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990D80-AAC3-4F38-A18A-1C04C7A4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3C9D0-C114-4D78-B973-73D62138C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E9DBA-9BB1-4F7C-A7A2-B8699A336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40BBE-8FD6-412E-8A6F-C5938994D2E4}" type="datetimeFigureOut">
              <a:rPr lang="en-US" smtClean="0"/>
              <a:t>05/02/2025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BD0F3-1555-4D47-B54C-EA1C8579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FC65C-35F1-4C29-A8F8-5D6AAB535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7A932-C14E-42CD-8F08-D2BD23272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3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EFCA-E610-467F-AF18-3103880E6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75EB6-6C97-496E-A69D-E7343CDCE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24624-6C10-4D62-920D-F8BCF848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96" y="177553"/>
            <a:ext cx="6716919" cy="650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88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A8D2-B351-4EE9-8F82-6993174D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B240F-8603-4585-A5BB-CC072DB3D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AAE10-D70E-4BA7-98B2-F8305E5D7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006" y="208625"/>
            <a:ext cx="7337838" cy="64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42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9565-3B21-44A2-8626-2C01014F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039C-45DF-4A43-BDB3-9EB9AECA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388A5-B79D-4A7C-8B5E-BA6C72304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048" y="119848"/>
            <a:ext cx="7337838" cy="661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3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EE1A-F4E8-438B-99CA-C1935AAB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CE771-B09B-40C2-B024-8602CB72B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563BB-5B11-4EC0-9E79-24566236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46" y="-88777"/>
            <a:ext cx="7337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01A1-3215-4739-B0FC-9138F933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F9AF-310E-4198-92BC-40571D207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45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7482-1DDE-4A6B-B1B5-E7870D08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0A566-BEEB-4D5E-AE2A-FC970BB3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0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Dang Van Doan</dc:creator>
  <cp:lastModifiedBy>Dang Van Doan</cp:lastModifiedBy>
  <cp:revision>3</cp:revision>
  <dcterms:created xsi:type="dcterms:W3CDTF">2025-02-05T09:46:18Z</dcterms:created>
  <dcterms:modified xsi:type="dcterms:W3CDTF">2025-02-05T10:13:56Z</dcterms:modified>
</cp:coreProperties>
</file>